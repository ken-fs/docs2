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Notes"/>
          <p:cNvSpPr/>
          <p:nvPr>
            <p:ph type="body" idx="1"/>
          </p:nvPr>
        </p:nvSpPr>
        <p:spPr/>
        <p:txBody>
          <a:bodyPr/>
          <a:p>
            <a:r>
              <a:t>Say the revenue number out loud.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p>
            <a:r>
              <a:t>Quarterly Deck</a:t>
            </a:r>
          </a:p>
        </p:txBody>
      </p:sp>
      <p:sp>
        <p:nvSpPr>
          <p:cNvPr id="2" name="Body"/>
          <p:cNvSpPr/>
          <p:nvPr>
            <p:ph type="body" idx="1"/>
          </p:nvPr>
        </p:nvSpPr>
        <p:spPr/>
        <p:txBody>
          <a:bodyPr/>
          <a:p>
            <a:r>
              <a:t>Revenue climbed this quarter.</a:t>
            </a:r>
          </a:p>
          <a:p>
            <a:r>
              <a:t>Churn dropped to a record low.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Title"/>
          <p:cNvSpPr/>
          <p:nvPr>
            <p:ph type="title"/>
          </p:nvPr>
        </p:nvSpPr>
        <p:spPr/>
        <p:txBody>
          <a:bodyPr/>
          <a:p>
            <a:r>
              <a:t>Findings</a:t>
            </a:r>
          </a:p>
        </p:txBody>
      </p:sp>
      <p:sp>
        <p:nvSpPr>
          <p:cNvPr id="2" name="Body"/>
          <p:cNvSpPr/>
          <p:nvPr>
            <p:ph type="body" idx="1"/>
          </p:nvPr>
        </p:nvSpPr>
        <p:spPr/>
        <p:txBody>
          <a:bodyPr/>
          <a:p>
            <a:r>
              <a:t>Pricing change drove most of the lift.</a:t>
            </a:r>
          </a:p>
        </p:txBody>
      </p:sp>
    </p:spTree>
  </p:cSld>
</p:sld>
</file>